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5EF67-C221-4E50-8ACC-397209BF5B4C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6D264-61B2-4FD2-BAE6-07A49748FC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3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31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28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45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02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7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374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20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360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19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72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93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674163D-F6FE-4ED8-80F9-53B150E8FB6D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86A9F29-439F-4791-BD0A-B36829F53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36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99BC6-5C26-68AC-C6BE-6108B3120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900" y="2052638"/>
            <a:ext cx="9144000" cy="2387600"/>
          </a:xfrm>
        </p:spPr>
        <p:txBody>
          <a:bodyPr/>
          <a:lstStyle/>
          <a:p>
            <a:r>
              <a:rPr lang="ko-KR" altLang="en-US"/>
              <a:t>인증과 </a:t>
            </a:r>
            <a:r>
              <a:rPr lang="ko-KR" altLang="en-US" dirty="0"/>
              <a:t>인가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E6F11D-5A70-455C-2FCC-2A5F9402C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0538"/>
            <a:ext cx="9144000" cy="1655762"/>
          </a:xfrm>
        </p:spPr>
        <p:txBody>
          <a:bodyPr/>
          <a:lstStyle/>
          <a:p>
            <a:r>
              <a:rPr lang="en-US" altLang="ko-KR" dirty="0"/>
              <a:t>28</a:t>
            </a:r>
            <a:r>
              <a:rPr lang="ko-KR" altLang="en-US" dirty="0"/>
              <a:t>기 이재륜</a:t>
            </a:r>
          </a:p>
        </p:txBody>
      </p:sp>
    </p:spTree>
    <p:extLst>
      <p:ext uri="{BB962C8B-B14F-4D97-AF65-F5344CB8AC3E}">
        <p14:creationId xmlns:p14="http://schemas.microsoft.com/office/powerpoint/2010/main" val="192775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87E68-3AF0-0C28-C95A-A900687B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2077C-8567-D9AA-DCCE-6CADAAFBB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045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1. </a:t>
            </a:r>
            <a:r>
              <a:rPr lang="ko-KR" altLang="en-US" sz="3200" dirty="0"/>
              <a:t>인증과 인가</a:t>
            </a:r>
            <a:endParaRPr lang="en-US" altLang="ko-KR" sz="3200" dirty="0"/>
          </a:p>
          <a:p>
            <a:pPr marL="0" indent="0">
              <a:buNone/>
            </a:pPr>
            <a:r>
              <a:rPr lang="en-US" altLang="ko-KR" sz="3200" dirty="0"/>
              <a:t>2. </a:t>
            </a:r>
            <a:r>
              <a:rPr lang="ko-KR" altLang="en-US" sz="3200" dirty="0"/>
              <a:t>인증의 방법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86398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8B2283-6B4B-E1CF-7B58-AF2E31DF2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5400" dirty="0"/>
              <a:t>인증</a:t>
            </a:r>
          </a:p>
        </p:txBody>
      </p:sp>
      <p:sp>
        <p:nvSpPr>
          <p:cNvPr id="103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41593-3135-4C20-1F74-C38AA65F48B6}"/>
              </a:ext>
            </a:extLst>
          </p:cNvPr>
          <p:cNvSpPr txBox="1"/>
          <p:nvPr/>
        </p:nvSpPr>
        <p:spPr>
          <a:xfrm>
            <a:off x="640080" y="2706624"/>
            <a:ext cx="6894576" cy="502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200" dirty="0"/>
              <a:t>전남대학교 소속 학생이 맞는가</a:t>
            </a:r>
            <a:r>
              <a:rPr lang="en-US" altLang="ko-KR" sz="2200" dirty="0"/>
              <a:t>?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22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ko-KR" sz="22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ko-KR" sz="2200" dirty="0"/>
          </a:p>
        </p:txBody>
      </p:sp>
      <p:pic>
        <p:nvPicPr>
          <p:cNvPr id="1026" name="Picture 2" descr="스마트카드,진짜'스마트'? &lt; 광주 &lt; 대학 &lt; 기사본문 - 전대신문">
            <a:extLst>
              <a:ext uri="{FF2B5EF4-FFF2-40B4-BE49-F238E27FC236}">
                <a16:creationId xmlns:a16="http://schemas.microsoft.com/office/drawing/2014/main" id="{A007F722-4B44-F053-518D-550E65957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898" y="3501644"/>
            <a:ext cx="4345939" cy="27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27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F256-8F60-8680-90C4-B3893C28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3FFB3-7ABD-E0B7-71CF-0A185BC1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5400" dirty="0"/>
              <a:t>인증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BA8D6-2A3F-4312-6D96-B581FBB1647A}"/>
              </a:ext>
            </a:extLst>
          </p:cNvPr>
          <p:cNvSpPr txBox="1"/>
          <p:nvPr/>
        </p:nvSpPr>
        <p:spPr>
          <a:xfrm>
            <a:off x="1237957" y="2537382"/>
            <a:ext cx="10315135" cy="539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ko-KR" altLang="en-US" sz="3000" dirty="0"/>
              <a:t>이름과 학번과 같은 정보로 전남대학생인지 입증하는 과정</a:t>
            </a:r>
            <a:endParaRPr lang="en-US" altLang="ko-KR" sz="3000" dirty="0"/>
          </a:p>
        </p:txBody>
      </p:sp>
      <p:pic>
        <p:nvPicPr>
          <p:cNvPr id="1026" name="Picture 2" descr="스마트카드,진짜'스마트'? &lt; 광주 &lt; 대학 &lt; 기사본문 - 전대신문">
            <a:extLst>
              <a:ext uri="{FF2B5EF4-FFF2-40B4-BE49-F238E27FC236}">
                <a16:creationId xmlns:a16="http://schemas.microsoft.com/office/drawing/2014/main" id="{7F72763E-4C0E-A76E-2894-53DE69B07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23030" y="3076526"/>
            <a:ext cx="4345939" cy="27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8597B3-1DFE-12E2-3C5F-3A1F32F01DCE}"/>
              </a:ext>
            </a:extLst>
          </p:cNvPr>
          <p:cNvSpPr txBox="1"/>
          <p:nvPr/>
        </p:nvSpPr>
        <p:spPr>
          <a:xfrm>
            <a:off x="188742" y="6124642"/>
            <a:ext cx="12003258" cy="539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ko-KR" altLang="en-US" sz="3000" dirty="0"/>
              <a:t>사용자가 제공한 자격 증명을 검증하여 실제 사용자인지 확인하는 과정</a:t>
            </a:r>
            <a:endParaRPr lang="en-US" altLang="ko-KR" sz="3000" dirty="0"/>
          </a:p>
        </p:txBody>
      </p:sp>
    </p:spTree>
    <p:extLst>
      <p:ext uri="{BB962C8B-B14F-4D97-AF65-F5344CB8AC3E}">
        <p14:creationId xmlns:p14="http://schemas.microsoft.com/office/powerpoint/2010/main" val="39127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3004A-2B1A-D9DD-F475-7DE4E03B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인가</a:t>
            </a:r>
          </a:p>
        </p:txBody>
      </p:sp>
      <p:pic>
        <p:nvPicPr>
          <p:cNvPr id="1032" name="Picture 8" descr="2021 어워드_전남대학교 디지털도서관 정보마루 - 건축세계저널">
            <a:extLst>
              <a:ext uri="{FF2B5EF4-FFF2-40B4-BE49-F238E27FC236}">
                <a16:creationId xmlns:a16="http://schemas.microsoft.com/office/drawing/2014/main" id="{E2A4B474-522D-B53B-0BAC-46D5DA1991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169" y="658446"/>
            <a:ext cx="4079631" cy="271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ace cowork] 전남대학교 x 스페이스코웍이 함께한 스마트워크 워크샵 현장스케치 : 네이버 블로그">
            <a:extLst>
              <a:ext uri="{FF2B5EF4-FFF2-40B4-BE49-F238E27FC236}">
                <a16:creationId xmlns:a16="http://schemas.microsoft.com/office/drawing/2014/main" id="{18675754-2B19-B380-21A1-AE03E0E37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169" y="3479801"/>
            <a:ext cx="4079631" cy="305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524AA-C2CF-FB9C-7F8F-15C594141228}"/>
              </a:ext>
            </a:extLst>
          </p:cNvPr>
          <p:cNvSpPr txBox="1"/>
          <p:nvPr/>
        </p:nvSpPr>
        <p:spPr>
          <a:xfrm>
            <a:off x="1092200" y="1818863"/>
            <a:ext cx="3276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디지털 도서관 출입</a:t>
            </a:r>
            <a:endParaRPr lang="en-US" altLang="ko-KR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C35BA-7ADB-FA7C-9B3E-836E6BA00168}"/>
              </a:ext>
            </a:extLst>
          </p:cNvPr>
          <p:cNvSpPr txBox="1"/>
          <p:nvPr/>
        </p:nvSpPr>
        <p:spPr>
          <a:xfrm>
            <a:off x="1092200" y="2733263"/>
            <a:ext cx="3276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홍도 출입</a:t>
            </a:r>
            <a:endParaRPr lang="en-US" altLang="ko-KR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52F4C-B21D-FF07-AC6D-A06527B7054E}"/>
              </a:ext>
            </a:extLst>
          </p:cNvPr>
          <p:cNvSpPr txBox="1"/>
          <p:nvPr/>
        </p:nvSpPr>
        <p:spPr>
          <a:xfrm>
            <a:off x="1092200" y="3684786"/>
            <a:ext cx="3276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백도 출입</a:t>
            </a:r>
            <a:endParaRPr lang="en-US" altLang="ko-KR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14678-5DB0-419A-A403-88F067EC3D94}"/>
              </a:ext>
            </a:extLst>
          </p:cNvPr>
          <p:cNvSpPr txBox="1"/>
          <p:nvPr/>
        </p:nvSpPr>
        <p:spPr>
          <a:xfrm>
            <a:off x="1092200" y="4636309"/>
            <a:ext cx="3276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정보화본부 출입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79800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05B21-B506-A6C8-B783-26EE37702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DBDD6-5810-EEC0-BBC3-BE15EFB4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인가</a:t>
            </a:r>
          </a:p>
        </p:txBody>
      </p:sp>
      <p:pic>
        <p:nvPicPr>
          <p:cNvPr id="3" name="Picture 2" descr="스마트카드,진짜'스마트'? &lt; 광주 &lt; 대학 &lt; 기사본문 - 전대신문">
            <a:extLst>
              <a:ext uri="{FF2B5EF4-FFF2-40B4-BE49-F238E27FC236}">
                <a16:creationId xmlns:a16="http://schemas.microsoft.com/office/drawing/2014/main" id="{77F7A981-E99C-6A62-CD02-177718443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1730" y="2459991"/>
            <a:ext cx="4345939" cy="27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313E52-D738-1169-5557-E7519DF03AAB}"/>
              </a:ext>
            </a:extLst>
          </p:cNvPr>
          <p:cNvSpPr txBox="1"/>
          <p:nvPr/>
        </p:nvSpPr>
        <p:spPr>
          <a:xfrm>
            <a:off x="7340600" y="3429000"/>
            <a:ext cx="3276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도서관만 출입 허용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147073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5343-D668-73D0-3572-BE6FC1CA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1B62F-FF03-88FC-D82A-34C94A35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1FEC4-D423-46A4-5D6F-91F888DF11E6}"/>
              </a:ext>
            </a:extLst>
          </p:cNvPr>
          <p:cNvSpPr txBox="1"/>
          <p:nvPr/>
        </p:nvSpPr>
        <p:spPr>
          <a:xfrm>
            <a:off x="1778000" y="3159428"/>
            <a:ext cx="9093200" cy="539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ko-KR" altLang="en-US" sz="3100" dirty="0"/>
              <a:t>인증된 사용자에 대한 자원 접근 권한을 확인하는 것</a:t>
            </a:r>
            <a:endParaRPr lang="en-US" altLang="ko-KR" sz="3100" dirty="0"/>
          </a:p>
        </p:txBody>
      </p:sp>
    </p:spTree>
    <p:extLst>
      <p:ext uri="{BB962C8B-B14F-4D97-AF65-F5344CB8AC3E}">
        <p14:creationId xmlns:p14="http://schemas.microsoft.com/office/powerpoint/2010/main" val="93997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6" name="Rectangle 4115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A55A03-D76E-0ECC-5D42-4A7535DE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25" y="346176"/>
            <a:ext cx="7110046" cy="10781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웹에서의 인증과 인가</a:t>
            </a:r>
          </a:p>
        </p:txBody>
      </p:sp>
      <p:pic>
        <p:nvPicPr>
          <p:cNvPr id="4108" name="Picture 12" descr="아래를 내려다보는 수줍은 이모티콘 이모티콘 로열티 무료 사진, 그림, 이미지 그리고 스톡포토그래피. Image 138900512">
            <a:extLst>
              <a:ext uri="{FF2B5EF4-FFF2-40B4-BE49-F238E27FC236}">
                <a16:creationId xmlns:a16="http://schemas.microsoft.com/office/drawing/2014/main" id="{EC73001B-542A-5214-68FB-5AB909E12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372" y="2669286"/>
            <a:ext cx="2511144" cy="230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 descr="컴퓨터 아이콘 인간의 머리 호모 사피엔스 이모티콘, 다른 사람, 기타, 얼굴 png | PNGEgg">
            <a:extLst>
              <a:ext uri="{FF2B5EF4-FFF2-40B4-BE49-F238E27FC236}">
                <a16:creationId xmlns:a16="http://schemas.microsoft.com/office/drawing/2014/main" id="{45002823-FD4E-172C-25C7-1536FA9EB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5" y="2658452"/>
            <a:ext cx="2307248" cy="230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0" name="Picture 24" descr="종이 바위 가위는 이모티콘 안드로이드 누가, 이모티콘을 추측, 각도, 연필 png | PNGEgg">
            <a:extLst>
              <a:ext uri="{FF2B5EF4-FFF2-40B4-BE49-F238E27FC236}">
                <a16:creationId xmlns:a16="http://schemas.microsoft.com/office/drawing/2014/main" id="{F025AF49-9661-9308-7880-77DE5A2DF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821" y="2658452"/>
            <a:ext cx="2708508" cy="230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4" descr="종이 바위 가위는 이모티콘 안드로이드 누가, 이모티콘을 추측, 각도, 연필 png | PNGEgg">
            <a:extLst>
              <a:ext uri="{FF2B5EF4-FFF2-40B4-BE49-F238E27FC236}">
                <a16:creationId xmlns:a16="http://schemas.microsoft.com/office/drawing/2014/main" id="{5D723C3A-0D3D-B4B2-4D8A-8E9035A66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59" y="2658452"/>
            <a:ext cx="2708508" cy="230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0" descr="컴퓨터 아이콘 인간의 머리 호모 사피엔스 이모티콘, 다른 사람, 기타, 얼굴 png | PNGEgg">
            <a:extLst>
              <a:ext uri="{FF2B5EF4-FFF2-40B4-BE49-F238E27FC236}">
                <a16:creationId xmlns:a16="http://schemas.microsoft.com/office/drawing/2014/main" id="{21FC1458-7016-AD75-70FF-C6F068330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308" y="2658452"/>
            <a:ext cx="886219" cy="88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8" name="Picture 32" descr="얼굴이미지, 웃는얼굴, 얼굴일러스트, 일러스트, 미소, 사진,이미지,일러스트,캘리그라피 - newzing작가">
            <a:extLst>
              <a:ext uri="{FF2B5EF4-FFF2-40B4-BE49-F238E27FC236}">
                <a16:creationId xmlns:a16="http://schemas.microsoft.com/office/drawing/2014/main" id="{0B9838AA-6B58-8C5C-049B-BCD3E50CE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014" y="2658451"/>
            <a:ext cx="959183" cy="95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&quot;허용 안 됨&quot; 기호 9">
            <a:extLst>
              <a:ext uri="{FF2B5EF4-FFF2-40B4-BE49-F238E27FC236}">
                <a16:creationId xmlns:a16="http://schemas.microsoft.com/office/drawing/2014/main" id="{EDACAB6A-C2AB-7EA1-AEA2-4B272705FEB2}"/>
              </a:ext>
            </a:extLst>
          </p:cNvPr>
          <p:cNvSpPr/>
          <p:nvPr/>
        </p:nvSpPr>
        <p:spPr>
          <a:xfrm>
            <a:off x="8774014" y="2629981"/>
            <a:ext cx="2400549" cy="2385857"/>
          </a:xfrm>
          <a:prstGeom prst="noSmoking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93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6A5B3-40BA-B66F-0920-C72C23677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인증의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6CF87-16C5-D554-66E6-784DAB11D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9325"/>
            <a:ext cx="6324600" cy="308927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ID/PW </a:t>
            </a:r>
            <a:r>
              <a:rPr lang="ko-KR" altLang="en-US" dirty="0"/>
              <a:t>만으로 로그인 </a:t>
            </a:r>
            <a:r>
              <a:rPr lang="en-US" altLang="ko-KR" dirty="0"/>
              <a:t>(</a:t>
            </a:r>
            <a:r>
              <a:rPr lang="ko-KR" altLang="en-US" dirty="0"/>
              <a:t>쿠키만 이용</a:t>
            </a:r>
            <a:r>
              <a:rPr lang="en-US" altLang="ko-KR" dirty="0"/>
              <a:t>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/>
              <a:t>쿠키</a:t>
            </a:r>
            <a:r>
              <a:rPr lang="en-US" altLang="ko-KR" dirty="0"/>
              <a:t>+</a:t>
            </a:r>
            <a:r>
              <a:rPr lang="ko-KR" altLang="en-US" dirty="0"/>
              <a:t>세션 기반 인증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JWT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OAuth</a:t>
            </a:r>
          </a:p>
        </p:txBody>
      </p:sp>
    </p:spTree>
    <p:extLst>
      <p:ext uri="{BB962C8B-B14F-4D97-AF65-F5344CB8AC3E}">
        <p14:creationId xmlns:p14="http://schemas.microsoft.com/office/powerpoint/2010/main" val="279598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7F854-F36B-28F6-095F-D80F0506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ID/PW</a:t>
            </a:r>
            <a:r>
              <a:rPr lang="ko-KR" altLang="en-US" dirty="0"/>
              <a:t>만으로 로그인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A36035-33F0-A32D-6D36-983289597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03107"/>
              </p:ext>
            </p:extLst>
          </p:nvPr>
        </p:nvGraphicFramePr>
        <p:xfrm>
          <a:off x="1136650" y="5167312"/>
          <a:ext cx="2520950" cy="8170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60475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  <p:pic>
        <p:nvPicPr>
          <p:cNvPr id="7174" name="Picture 6" descr="기획자의 SQL] 서버와 클라이언트 그리고 데이터베이스">
            <a:extLst>
              <a:ext uri="{FF2B5EF4-FFF2-40B4-BE49-F238E27FC236}">
                <a16:creationId xmlns:a16="http://schemas.microsoft.com/office/drawing/2014/main" id="{EDDB2C70-0916-2915-B36C-A8EA36FAC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1690688"/>
            <a:ext cx="10375900" cy="330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C38DA55-CCFF-2E0D-FCDF-254C558A1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376526"/>
              </p:ext>
            </p:extLst>
          </p:nvPr>
        </p:nvGraphicFramePr>
        <p:xfrm>
          <a:off x="8642350" y="5167312"/>
          <a:ext cx="2520950" cy="8170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60475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2129458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1q2w3e4r!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  <p:pic>
        <p:nvPicPr>
          <p:cNvPr id="7182" name="Picture 14" descr="해커 - 무료 컴퓨터개 아이콘">
            <a:extLst>
              <a:ext uri="{FF2B5EF4-FFF2-40B4-BE49-F238E27FC236}">
                <a16:creationId xmlns:a16="http://schemas.microsoft.com/office/drawing/2014/main" id="{60605AA9-0CB4-4CA1-0463-843BDD20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595" y="4428860"/>
            <a:ext cx="2293937" cy="229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E34EC19-28B9-8711-9616-3A59C678B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969" y="5167312"/>
            <a:ext cx="452631" cy="4260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5C9183-8636-A153-7BC7-48A65268C4D8}"/>
              </a:ext>
            </a:extLst>
          </p:cNvPr>
          <p:cNvSpPr txBox="1"/>
          <p:nvPr/>
        </p:nvSpPr>
        <p:spPr>
          <a:xfrm>
            <a:off x="1159872" y="5611336"/>
            <a:ext cx="130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2129458</a:t>
            </a:r>
            <a:endParaRPr lang="ko-KR" altLang="en-US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01296-A11D-F0F5-F359-08AAFAB528C0}"/>
              </a:ext>
            </a:extLst>
          </p:cNvPr>
          <p:cNvSpPr txBox="1"/>
          <p:nvPr/>
        </p:nvSpPr>
        <p:spPr>
          <a:xfrm>
            <a:off x="2432447" y="5611336"/>
            <a:ext cx="130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1q2w3e4r!</a:t>
            </a:r>
            <a:endParaRPr lang="ko-KR" altLang="en-US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60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19438-8F03-5FAF-BB92-CA1E9700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쿠키 </a:t>
            </a:r>
            <a:r>
              <a:rPr lang="en-US" altLang="ko-KR"/>
              <a:t>+ </a:t>
            </a:r>
            <a:r>
              <a:rPr lang="ko-KR" altLang="en-US"/>
              <a:t>세션 기반 인증</a:t>
            </a:r>
            <a:endParaRPr lang="ko-KR" altLang="en-US" dirty="0"/>
          </a:p>
        </p:txBody>
      </p:sp>
      <p:pic>
        <p:nvPicPr>
          <p:cNvPr id="5" name="Picture 6" descr="기획자의 SQL] 서버와 클라이언트 그리고 데이터베이스">
            <a:extLst>
              <a:ext uri="{FF2B5EF4-FFF2-40B4-BE49-F238E27FC236}">
                <a16:creationId xmlns:a16="http://schemas.microsoft.com/office/drawing/2014/main" id="{F06C42F3-FB23-4052-9B15-AB5F634A9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1690688"/>
            <a:ext cx="10375900" cy="330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7C6581A-0C85-F571-B6A1-0244E2F3B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027254"/>
              </p:ext>
            </p:extLst>
          </p:nvPr>
        </p:nvGraphicFramePr>
        <p:xfrm>
          <a:off x="1136650" y="5167312"/>
          <a:ext cx="2520950" cy="8170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60475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9791343-94F0-D80C-893B-F5C6FA6F3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546898"/>
              </p:ext>
            </p:extLst>
          </p:nvPr>
        </p:nvGraphicFramePr>
        <p:xfrm>
          <a:off x="8731250" y="5224197"/>
          <a:ext cx="2520950" cy="77427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60475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3180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2129458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1q2w3e4r!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2162728-F128-E51B-F38F-3F7E81E558F9}"/>
              </a:ext>
            </a:extLst>
          </p:cNvPr>
          <p:cNvSpPr txBox="1"/>
          <p:nvPr/>
        </p:nvSpPr>
        <p:spPr>
          <a:xfrm>
            <a:off x="1097858" y="5611336"/>
            <a:ext cx="1659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JSESSIONID</a:t>
            </a:r>
            <a:endParaRPr lang="ko-KR" altLang="en-US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14C15-878D-46BE-E6D6-9805588D0F7A}"/>
              </a:ext>
            </a:extLst>
          </p:cNvPr>
          <p:cNvSpPr txBox="1"/>
          <p:nvPr/>
        </p:nvSpPr>
        <p:spPr>
          <a:xfrm>
            <a:off x="2432447" y="5611336"/>
            <a:ext cx="130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a1s2d3f45</a:t>
            </a:r>
            <a:endParaRPr lang="ko-KR" altLang="en-US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A06A0C2-708B-3C5C-A2F5-DE59BF07F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695708"/>
              </p:ext>
            </p:extLst>
          </p:nvPr>
        </p:nvGraphicFramePr>
        <p:xfrm>
          <a:off x="5111750" y="5202819"/>
          <a:ext cx="2724150" cy="8170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62075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SESSIONID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a1s2d3f45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2129458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54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90F16-D402-F2F2-E055-B18B7C38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JWT</a:t>
            </a:r>
            <a:endParaRPr lang="ko-KR" altLang="en-US" dirty="0"/>
          </a:p>
        </p:txBody>
      </p:sp>
      <p:pic>
        <p:nvPicPr>
          <p:cNvPr id="8194" name="Picture 2" descr="클라이언트(Client) vs 서버(Server)">
            <a:extLst>
              <a:ext uri="{FF2B5EF4-FFF2-40B4-BE49-F238E27FC236}">
                <a16:creationId xmlns:a16="http://schemas.microsoft.com/office/drawing/2014/main" id="{0EE56AE8-7956-49CD-9F9D-858FCFA01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1513829"/>
            <a:ext cx="8572500" cy="33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ourt Key - Village Green Pool">
            <a:extLst>
              <a:ext uri="{FF2B5EF4-FFF2-40B4-BE49-F238E27FC236}">
                <a16:creationId xmlns:a16="http://schemas.microsoft.com/office/drawing/2014/main" id="{89ADC888-7FF0-4A00-523E-0C3CA94E2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572" y="5455916"/>
            <a:ext cx="1647028" cy="116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9C3BCD7-5969-FCE2-BF06-3E3F63BFF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420250"/>
              </p:ext>
            </p:extLst>
          </p:nvPr>
        </p:nvGraphicFramePr>
        <p:xfrm>
          <a:off x="2070100" y="5047399"/>
          <a:ext cx="3035300" cy="8170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17650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accesstoken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aa.bb.cc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66D4F1-E2CE-ED45-AB32-3465073E67AC}"/>
              </a:ext>
            </a:extLst>
          </p:cNvPr>
          <p:cNvSpPr txBox="1"/>
          <p:nvPr/>
        </p:nvSpPr>
        <p:spPr>
          <a:xfrm>
            <a:off x="5736036" y="5086584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Accesstoken=aa.bb.cc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555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0D289-F1C1-97C8-DDE6-9C33F7FB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782CB-6FB6-160B-8714-4B1AF325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JWT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96F6D-2D6A-F3DE-F3AD-321F29DED6B9}"/>
              </a:ext>
            </a:extLst>
          </p:cNvPr>
          <p:cNvSpPr txBox="1"/>
          <p:nvPr/>
        </p:nvSpPr>
        <p:spPr>
          <a:xfrm>
            <a:off x="5276850" y="1552576"/>
            <a:ext cx="16383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TOKEN</a:t>
            </a:r>
            <a:endParaRPr lang="ko-KR" altLang="en-US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167EC-3C33-9A12-5D87-DDB84A24FCF4}"/>
              </a:ext>
            </a:extLst>
          </p:cNvPr>
          <p:cNvSpPr txBox="1"/>
          <p:nvPr/>
        </p:nvSpPr>
        <p:spPr>
          <a:xfrm>
            <a:off x="2676525" y="3017802"/>
            <a:ext cx="10953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이름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660B6-08A7-BE24-4B5A-5D9002AAF115}"/>
              </a:ext>
            </a:extLst>
          </p:cNvPr>
          <p:cNvSpPr txBox="1"/>
          <p:nvPr/>
        </p:nvSpPr>
        <p:spPr>
          <a:xfrm>
            <a:off x="4184650" y="3017802"/>
            <a:ext cx="19113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만료시기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A2885-387C-0AA7-4C91-52CD75DBD840}"/>
              </a:ext>
            </a:extLst>
          </p:cNvPr>
          <p:cNvSpPr txBox="1"/>
          <p:nvPr/>
        </p:nvSpPr>
        <p:spPr>
          <a:xfrm>
            <a:off x="6508750" y="3013855"/>
            <a:ext cx="10604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권한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BE3ED-3885-2782-B847-FDA2EC871F95}"/>
              </a:ext>
            </a:extLst>
          </p:cNvPr>
          <p:cNvSpPr txBox="1"/>
          <p:nvPr/>
        </p:nvSpPr>
        <p:spPr>
          <a:xfrm>
            <a:off x="7848599" y="3013855"/>
            <a:ext cx="20701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비밀번호</a:t>
            </a:r>
          </a:p>
        </p:txBody>
      </p:sp>
    </p:spTree>
    <p:extLst>
      <p:ext uri="{BB962C8B-B14F-4D97-AF65-F5344CB8AC3E}">
        <p14:creationId xmlns:p14="http://schemas.microsoft.com/office/powerpoint/2010/main" val="397270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DD6A-5889-F94E-57D4-1AB2C247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070ED-0360-8585-DB14-68D5A9B2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JWT</a:t>
            </a:r>
            <a:endParaRPr lang="ko-KR" altLang="en-US" dirty="0"/>
          </a:p>
        </p:txBody>
      </p:sp>
      <p:pic>
        <p:nvPicPr>
          <p:cNvPr id="8194" name="Picture 2" descr="클라이언트(Client) vs 서버(Server)">
            <a:extLst>
              <a:ext uri="{FF2B5EF4-FFF2-40B4-BE49-F238E27FC236}">
                <a16:creationId xmlns:a16="http://schemas.microsoft.com/office/drawing/2014/main" id="{1EA6BE71-DFE3-8938-D8FF-5BA4805A0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1513829"/>
            <a:ext cx="8572500" cy="33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ourt Key - Village Green Pool">
            <a:extLst>
              <a:ext uri="{FF2B5EF4-FFF2-40B4-BE49-F238E27FC236}">
                <a16:creationId xmlns:a16="http://schemas.microsoft.com/office/drawing/2014/main" id="{0181C7D7-BE9E-8AE3-5166-72341D265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572" y="5455916"/>
            <a:ext cx="1647028" cy="116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AE7F8E4-B9AD-6153-B61E-197E84589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654434"/>
              </p:ext>
            </p:extLst>
          </p:nvPr>
        </p:nvGraphicFramePr>
        <p:xfrm>
          <a:off x="2070100" y="5047399"/>
          <a:ext cx="3035300" cy="8170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17650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accesstoken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aa.bb.cc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D3FDF0-6383-CFA6-80BF-E75B66205A9A}"/>
              </a:ext>
            </a:extLst>
          </p:cNvPr>
          <p:cNvSpPr txBox="1"/>
          <p:nvPr/>
        </p:nvSpPr>
        <p:spPr>
          <a:xfrm>
            <a:off x="2070100" y="6021683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만료기한 </a:t>
            </a:r>
            <a:r>
              <a:rPr lang="en-US" altLang="ko-KR" dirty="0"/>
              <a:t>: 30min</a:t>
            </a:r>
            <a:endParaRPr lang="ko-KR" altLang="en-US" dirty="0"/>
          </a:p>
        </p:txBody>
      </p:sp>
      <p:pic>
        <p:nvPicPr>
          <p:cNvPr id="4" name="Picture 14" descr="해커 - 무료 컴퓨터개 아이콘">
            <a:extLst>
              <a:ext uri="{FF2B5EF4-FFF2-40B4-BE49-F238E27FC236}">
                <a16:creationId xmlns:a16="http://schemas.microsoft.com/office/drawing/2014/main" id="{62763F5F-4841-A9F1-F667-4594F18AD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661" y="4399283"/>
            <a:ext cx="2222507" cy="222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0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AC141-3002-14FA-7DEE-0EBD02E2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D81AE-0AFA-4DBB-D2B4-2B48965D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JWT</a:t>
            </a:r>
            <a:endParaRPr lang="ko-KR" altLang="en-US" dirty="0"/>
          </a:p>
        </p:txBody>
      </p:sp>
      <p:pic>
        <p:nvPicPr>
          <p:cNvPr id="8194" name="Picture 2" descr="클라이언트(Client) vs 서버(Server)">
            <a:extLst>
              <a:ext uri="{FF2B5EF4-FFF2-40B4-BE49-F238E27FC236}">
                <a16:creationId xmlns:a16="http://schemas.microsoft.com/office/drawing/2014/main" id="{41C6541E-08E8-F143-001B-8C99162AA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551929"/>
            <a:ext cx="8572500" cy="33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ourt Key - Village Green Pool">
            <a:extLst>
              <a:ext uri="{FF2B5EF4-FFF2-40B4-BE49-F238E27FC236}">
                <a16:creationId xmlns:a16="http://schemas.microsoft.com/office/drawing/2014/main" id="{143E856A-9D32-6B93-9AA6-1328A54FA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988" y="4949179"/>
            <a:ext cx="1647028" cy="116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데이터베이스 시스템 개요 - 기본 용어(데이터, 정보, DB, DBMS, DBS, 스키마, 상태) : 네이버 블로그">
            <a:extLst>
              <a:ext uri="{FF2B5EF4-FFF2-40B4-BE49-F238E27FC236}">
                <a16:creationId xmlns:a16="http://schemas.microsoft.com/office/drawing/2014/main" id="{D60C78D3-0230-2938-BCDF-A0EAF1092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197" y="1551929"/>
            <a:ext cx="1816903" cy="2180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F122F23-F80D-6031-ACB4-4A8547475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622910"/>
              </p:ext>
            </p:extLst>
          </p:nvPr>
        </p:nvGraphicFramePr>
        <p:xfrm>
          <a:off x="9905197" y="4097543"/>
          <a:ext cx="1996278" cy="13202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98139">
                  <a:extLst>
                    <a:ext uri="{9D8B030D-6E8A-4147-A177-3AD203B41FA5}">
                      <a16:colId xmlns:a16="http://schemas.microsoft.com/office/drawing/2014/main" val="2558481321"/>
                    </a:ext>
                  </a:extLst>
                </a:gridCol>
                <a:gridCol w="998139">
                  <a:extLst>
                    <a:ext uri="{9D8B030D-6E8A-4147-A177-3AD203B41FA5}">
                      <a16:colId xmlns:a16="http://schemas.microsoft.com/office/drawing/2014/main" val="523877113"/>
                    </a:ext>
                  </a:extLst>
                </a:gridCol>
              </a:tblGrid>
              <a:tr h="4857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Refresh</a:t>
                      </a:r>
                    </a:p>
                    <a:p>
                      <a:pPr latinLnBrk="1"/>
                      <a:r>
                        <a:rPr lang="en-US" altLang="ko-KR" dirty="0"/>
                        <a:t>token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만료기한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00272"/>
                  </a:ext>
                </a:extLst>
              </a:tr>
              <a:tr h="6801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111.222.333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476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4FCFEC-F1A4-A4BF-4296-3B2CC3714B52}"/>
              </a:ext>
            </a:extLst>
          </p:cNvPr>
          <p:cNvSpPr txBox="1"/>
          <p:nvPr/>
        </p:nvSpPr>
        <p:spPr>
          <a:xfrm>
            <a:off x="4750794" y="5047115"/>
            <a:ext cx="203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Access token</a:t>
            </a:r>
          </a:p>
          <a:p>
            <a:r>
              <a:rPr lang="en-US" altLang="ko-KR" dirty="0"/>
              <a:t>Refresh token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E7D1164-4AE0-D36C-3E74-F8E75A6AB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395846"/>
              </p:ext>
            </p:extLst>
          </p:nvPr>
        </p:nvGraphicFramePr>
        <p:xfrm>
          <a:off x="838200" y="5047115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35089541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90283815"/>
                    </a:ext>
                  </a:extLst>
                </a:gridCol>
              </a:tblGrid>
              <a:tr h="310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71209"/>
                  </a:ext>
                </a:extLst>
              </a:tr>
              <a:tr h="544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Accesstoken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aa.bb.cc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951512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Refreshtoken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111.222.333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3568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BCD8FAA-A76A-E250-3A4F-457F6215A171}"/>
              </a:ext>
            </a:extLst>
          </p:cNvPr>
          <p:cNvSpPr txBox="1"/>
          <p:nvPr/>
        </p:nvSpPr>
        <p:spPr>
          <a:xfrm>
            <a:off x="240306" y="5515701"/>
            <a:ext cx="203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</a:t>
            </a:r>
            <a:r>
              <a:rPr lang="ko-KR" altLang="en-US" dirty="0"/>
              <a:t>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7</a:t>
            </a:r>
            <a:r>
              <a:rPr lang="ko-KR" altLang="en-US" dirty="0"/>
              <a:t>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490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E0F8CD-273F-D851-1112-6616E23603BA}"/>
              </a:ext>
            </a:extLst>
          </p:cNvPr>
          <p:cNvSpPr txBox="1"/>
          <p:nvPr/>
        </p:nvSpPr>
        <p:spPr>
          <a:xfrm>
            <a:off x="5486400" y="2998113"/>
            <a:ext cx="15113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000" dirty="0"/>
              <a:t>Q&amp;A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78667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533</TotalTime>
  <Words>189</Words>
  <Application>Microsoft Office PowerPoint</Application>
  <PresentationFormat>와이드스크린</PresentationFormat>
  <Paragraphs>84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Aptos</vt:lpstr>
      <vt:lpstr>Aptos Display</vt:lpstr>
      <vt:lpstr>Arial</vt:lpstr>
      <vt:lpstr>Office Theme</vt:lpstr>
      <vt:lpstr>인증과 인가 </vt:lpstr>
      <vt:lpstr>개요</vt:lpstr>
      <vt:lpstr>인증</vt:lpstr>
      <vt:lpstr>인증</vt:lpstr>
      <vt:lpstr>인가</vt:lpstr>
      <vt:lpstr>인가</vt:lpstr>
      <vt:lpstr>인가</vt:lpstr>
      <vt:lpstr>웹에서의 인증과 인가</vt:lpstr>
      <vt:lpstr>인증의 방법</vt:lpstr>
      <vt:lpstr>1. ID/PW만으로 로그인</vt:lpstr>
      <vt:lpstr>2. 쿠키 + 세션 기반 인증</vt:lpstr>
      <vt:lpstr>3. JWT</vt:lpstr>
      <vt:lpstr>3. JWT</vt:lpstr>
      <vt:lpstr>3. JWT</vt:lpstr>
      <vt:lpstr>3. JWT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재륜 이</dc:creator>
  <cp:lastModifiedBy>재륜 이</cp:lastModifiedBy>
  <cp:revision>6</cp:revision>
  <dcterms:created xsi:type="dcterms:W3CDTF">2025-07-10T09:56:16Z</dcterms:created>
  <dcterms:modified xsi:type="dcterms:W3CDTF">2025-07-10T19:12:21Z</dcterms:modified>
  <cp:contentStatus/>
</cp:coreProperties>
</file>